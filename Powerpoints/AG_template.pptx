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Prume" initials="JP" lastIdx="1" clrIdx="0">
    <p:extLst>
      <p:ext uri="{19B8F6BF-5375-455C-9EA6-DF929625EA0E}">
        <p15:presenceInfo xmlns:p15="http://schemas.microsoft.com/office/powerpoint/2012/main" userId="8870377f9e284d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E699"/>
    <a:srgbClr val="FFCC00"/>
    <a:srgbClr val="333399"/>
    <a:srgbClr val="A1A1D0"/>
    <a:srgbClr val="008000"/>
    <a:srgbClr val="1F77B4"/>
    <a:srgbClr val="986AC2"/>
    <a:srgbClr val="FF9933"/>
    <a:srgbClr val="FF7D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9" autoAdjust="0"/>
    <p:restoredTop sz="94125" autoAdjust="0"/>
  </p:normalViewPr>
  <p:slideViewPr>
    <p:cSldViewPr>
      <p:cViewPr varScale="1">
        <p:scale>
          <a:sx n="163" d="100"/>
          <a:sy n="163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5E14F-86CB-490B-8765-B748D8598A8D}" type="datetimeFigureOut">
              <a:rPr lang="en-US" smtClean="0"/>
              <a:t>11/26/25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0822A-76A2-4F52-9379-F6E91F32B2B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2816225"/>
            <a:ext cx="2887662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0" y="1817688"/>
            <a:ext cx="9144000" cy="3325812"/>
            <a:chOff x="0" y="1526"/>
            <a:chExt cx="5737" cy="2794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923" y="3161"/>
              <a:ext cx="1814" cy="784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7" name="Rectangle 31"/>
            <p:cNvSpPr>
              <a:spLocks noChangeArrowheads="1"/>
            </p:cNvSpPr>
            <p:nvPr/>
          </p:nvSpPr>
          <p:spPr bwMode="auto">
            <a:xfrm>
              <a:off x="0" y="3161"/>
              <a:ext cx="3925" cy="784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8" name="Rectangle 32"/>
            <p:cNvSpPr>
              <a:spLocks noChangeArrowheads="1"/>
            </p:cNvSpPr>
            <p:nvPr/>
          </p:nvSpPr>
          <p:spPr bwMode="auto">
            <a:xfrm>
              <a:off x="4938" y="1526"/>
              <a:ext cx="799" cy="839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9" name="Rectangle 34"/>
            <p:cNvSpPr>
              <a:spLocks noChangeArrowheads="1"/>
            </p:cNvSpPr>
            <p:nvPr/>
          </p:nvSpPr>
          <p:spPr bwMode="auto">
            <a:xfrm>
              <a:off x="0" y="1526"/>
              <a:ext cx="4934" cy="839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" name="Rectangle 33"/>
            <p:cNvSpPr>
              <a:spLocks noChangeArrowheads="1"/>
            </p:cNvSpPr>
            <p:nvPr/>
          </p:nvSpPr>
          <p:spPr bwMode="auto">
            <a:xfrm>
              <a:off x="0" y="2366"/>
              <a:ext cx="3368" cy="7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1" name="Rectangle 30"/>
            <p:cNvSpPr>
              <a:spLocks noChangeArrowheads="1"/>
            </p:cNvSpPr>
            <p:nvPr/>
          </p:nvSpPr>
          <p:spPr bwMode="auto">
            <a:xfrm>
              <a:off x="0" y="3943"/>
              <a:ext cx="5737" cy="377"/>
            </a:xfrm>
            <a:prstGeom prst="rect">
              <a:avLst/>
            </a:prstGeom>
            <a:solidFill>
              <a:srgbClr val="E4E5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</p:grpSp>
      <p:pic>
        <p:nvPicPr>
          <p:cNvPr id="12" name="Grafik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268288"/>
            <a:ext cx="26987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1814513"/>
            <a:ext cx="7199312" cy="11358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de-DE" noProof="0"/>
              <a:t>Click to edit Master title style</a:t>
            </a:r>
            <a:endParaRPr lang="de-DE" altLang="de-DE" noProof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3002756"/>
            <a:ext cx="4679950" cy="1134666"/>
          </a:xfrm>
        </p:spPr>
        <p:txBody>
          <a:bodyPr/>
          <a:lstStyle>
            <a:lvl1pPr marL="180975" indent="1588">
              <a:buFontTx/>
              <a:buNone/>
              <a:defRPr sz="1800"/>
            </a:lvl1pPr>
          </a:lstStyle>
          <a:p>
            <a:pPr lvl="0"/>
            <a:r>
              <a:rPr lang="en-US" altLang="de-DE" noProof="0"/>
              <a:t>Click to edit Master subtitle style</a:t>
            </a:r>
            <a:endParaRPr lang="de-DE" altLang="de-DE" noProof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09019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5025A9-E469-481E-AF1F-F856A88301D1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2336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5536C-C349-46BB-A65F-52E740BF4270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390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478757"/>
            <a:ext cx="4038600" cy="30372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86288" y="1478757"/>
            <a:ext cx="4038600" cy="30372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B0CC28-CCED-42EA-BCEF-680D6E9A4F6C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1483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8026EA-5367-4D9F-B06B-B52725ED20C1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76976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23C96C-9B13-4662-AFEE-44D5A8CBC1A5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09386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82D465-5E15-4C33-9D8D-E15B3287469D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255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B792A-4923-4794-A991-9DE635D7C179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3484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D0915-0267-4BFC-A3D2-1A1BDAAA0030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5092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263262-0CE2-4B55-9BAD-5FF51BFDBCFA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8445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15114" y="205978"/>
            <a:ext cx="2071687" cy="4310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95289" y="205978"/>
            <a:ext cx="6067425" cy="4310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4FD76B-969E-4218-AB53-3CC409F216C7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2757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479550"/>
            <a:ext cx="8229600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40425" y="4676775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3850" y="4675188"/>
            <a:ext cx="2133600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fld id="{9B7D7D88-789E-4D0F-ADDC-5F205510EA4D}" type="slidenum">
              <a:rPr lang="de-DE" altLang="de-DE"/>
              <a:pPr/>
              <a:t>‹Nr.›</a:t>
            </a:fld>
            <a:endParaRPr lang="de-DE" altLang="de-DE" dirty="0"/>
          </a:p>
        </p:txBody>
      </p:sp>
      <p:grpSp>
        <p:nvGrpSpPr>
          <p:cNvPr id="1030" name="Group 21"/>
          <p:cNvGrpSpPr>
            <a:grpSpLocks/>
          </p:cNvGrpSpPr>
          <p:nvPr/>
        </p:nvGrpSpPr>
        <p:grpSpPr bwMode="auto">
          <a:xfrm>
            <a:off x="-3175" y="1828800"/>
            <a:ext cx="9144000" cy="3314700"/>
            <a:chOff x="-2" y="1536"/>
            <a:chExt cx="5760" cy="2784"/>
          </a:xfrm>
        </p:grpSpPr>
        <p:sp>
          <p:nvSpPr>
            <p:cNvPr id="1032" name="Rectangle 15"/>
            <p:cNvSpPr>
              <a:spLocks noChangeArrowheads="1"/>
            </p:cNvSpPr>
            <p:nvPr/>
          </p:nvSpPr>
          <p:spPr bwMode="auto">
            <a:xfrm>
              <a:off x="-2" y="1536"/>
              <a:ext cx="156" cy="817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3" name="Line 13"/>
            <p:cNvSpPr>
              <a:spLocks noChangeShapeType="1"/>
            </p:cNvSpPr>
            <p:nvPr/>
          </p:nvSpPr>
          <p:spPr bwMode="auto">
            <a:xfrm>
              <a:off x="-2" y="3953"/>
              <a:ext cx="5760" cy="0"/>
            </a:xfrm>
            <a:prstGeom prst="line">
              <a:avLst/>
            </a:prstGeom>
            <a:noFill/>
            <a:ln w="6350">
              <a:solidFill>
                <a:srgbClr val="E4E5E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1034" name="Rectangle 16"/>
            <p:cNvSpPr>
              <a:spLocks noChangeArrowheads="1"/>
            </p:cNvSpPr>
            <p:nvPr/>
          </p:nvSpPr>
          <p:spPr bwMode="auto">
            <a:xfrm>
              <a:off x="-2" y="3176"/>
              <a:ext cx="156" cy="779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5" name="Rectangle 17"/>
            <p:cNvSpPr>
              <a:spLocks noChangeArrowheads="1"/>
            </p:cNvSpPr>
            <p:nvPr/>
          </p:nvSpPr>
          <p:spPr bwMode="auto">
            <a:xfrm>
              <a:off x="-2" y="3952"/>
              <a:ext cx="156" cy="368"/>
            </a:xfrm>
            <a:prstGeom prst="rect">
              <a:avLst/>
            </a:prstGeom>
            <a:solidFill>
              <a:srgbClr val="E4E5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6" name="Rectangle 18"/>
            <p:cNvSpPr>
              <a:spLocks noChangeArrowheads="1"/>
            </p:cNvSpPr>
            <p:nvPr/>
          </p:nvSpPr>
          <p:spPr bwMode="auto">
            <a:xfrm>
              <a:off x="-2" y="2355"/>
              <a:ext cx="156" cy="820"/>
            </a:xfrm>
            <a:prstGeom prst="rect">
              <a:avLst/>
            </a:prstGeom>
            <a:solidFill>
              <a:srgbClr val="375F8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</p:grpSp>
      <p:pic>
        <p:nvPicPr>
          <p:cNvPr id="1031" name="Grafik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4754563"/>
            <a:ext cx="10096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9pPr>
    </p:titleStyle>
    <p:bodyStyle>
      <a:lvl1pPr marL="342900" indent="-16033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  <a:ea typeface="+mn-ea"/>
          <a:cs typeface="+mn-cs"/>
        </a:defRPr>
      </a:lvl1pPr>
      <a:lvl2pPr marL="808038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2pPr>
      <a:lvl3pPr marL="1216025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accent2"/>
          </a:solidFill>
          <a:latin typeface="+mn-lt"/>
        </a:defRPr>
      </a:lvl3pPr>
      <a:lvl4pPr marL="1624013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accent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8A66D-0C4C-454B-B038-796C0551A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A68DD7-021E-4205-9E88-B8A9CB02D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963019"/>
      </p:ext>
    </p:extLst>
  </p:cSld>
  <p:clrMapOvr>
    <a:masterClrMapping/>
  </p:clrMapOvr>
</p:sld>
</file>

<file path=ppt/theme/theme1.xml><?xml version="1.0" encoding="utf-8"?>
<a:theme xmlns:a="http://schemas.openxmlformats.org/drawingml/2006/main" name="FB13_Präsentationsvorlage_4-3-Format">
  <a:themeElements>
    <a:clrScheme name="00_uniohneleu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0_uniohneleu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uniohneleu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fb13_praesentationsvorlage_16-9-format</Template>
  <TotalTime>0</TotalTime>
  <Words>0</Words>
  <Application>Microsoft Macintosh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FB13_Präsentationsvorlage_4-3-Format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Marina</dc:creator>
  <cp:lastModifiedBy>Hanna Lichtenfeld</cp:lastModifiedBy>
  <cp:revision>198</cp:revision>
  <dcterms:created xsi:type="dcterms:W3CDTF">2019-08-23T13:21:46Z</dcterms:created>
  <dcterms:modified xsi:type="dcterms:W3CDTF">2025-11-26T15:02:55Z</dcterms:modified>
</cp:coreProperties>
</file>