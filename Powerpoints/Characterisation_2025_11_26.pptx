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9" r:id="rId1"/>
  </p:sldMasterIdLst>
  <p:notesMasterIdLst>
    <p:notesMasterId r:id="rId7"/>
  </p:notesMasterIdLst>
  <p:sldIdLst>
    <p:sldId id="256" r:id="rId2"/>
    <p:sldId id="259" r:id="rId3"/>
    <p:sldId id="257" r:id="rId4"/>
    <p:sldId id="258" r:id="rId5"/>
    <p:sldId id="260" r:id="rId6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Prume" initials="JP" lastIdx="1" clrIdx="0">
    <p:extLst>
      <p:ext uri="{19B8F6BF-5375-455C-9EA6-DF929625EA0E}">
        <p15:presenceInfo xmlns:p15="http://schemas.microsoft.com/office/powerpoint/2012/main" userId="8870377f9e284de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E699"/>
    <a:srgbClr val="FFCC00"/>
    <a:srgbClr val="333399"/>
    <a:srgbClr val="A1A1D0"/>
    <a:srgbClr val="008000"/>
    <a:srgbClr val="1F77B4"/>
    <a:srgbClr val="986AC2"/>
    <a:srgbClr val="FF9933"/>
    <a:srgbClr val="FF7D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27" autoAdjust="0"/>
    <p:restoredTop sz="94125" autoAdjust="0"/>
  </p:normalViewPr>
  <p:slideViewPr>
    <p:cSldViewPr>
      <p:cViewPr varScale="1">
        <p:scale>
          <a:sx n="163" d="100"/>
          <a:sy n="163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5E14F-86CB-490B-8765-B748D8598A8D}" type="datetimeFigureOut">
              <a:rPr lang="en-US" smtClean="0"/>
              <a:t>11/26/25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0822A-76A2-4F52-9379-F6E91F32B2B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338" y="2816225"/>
            <a:ext cx="2887662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0" y="1817688"/>
            <a:ext cx="9144000" cy="3325812"/>
            <a:chOff x="0" y="1526"/>
            <a:chExt cx="5737" cy="2794"/>
          </a:xfrm>
        </p:grpSpPr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3923" y="3161"/>
              <a:ext cx="1814" cy="784"/>
            </a:xfrm>
            <a:prstGeom prst="rect">
              <a:avLst/>
            </a:prstGeom>
            <a:solidFill>
              <a:srgbClr val="B2BCB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7" name="Rectangle 31"/>
            <p:cNvSpPr>
              <a:spLocks noChangeArrowheads="1"/>
            </p:cNvSpPr>
            <p:nvPr/>
          </p:nvSpPr>
          <p:spPr bwMode="auto">
            <a:xfrm>
              <a:off x="0" y="3161"/>
              <a:ext cx="3925" cy="784"/>
            </a:xfrm>
            <a:prstGeom prst="rect">
              <a:avLst/>
            </a:prstGeom>
            <a:solidFill>
              <a:srgbClr val="F3F5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8" name="Rectangle 32"/>
            <p:cNvSpPr>
              <a:spLocks noChangeArrowheads="1"/>
            </p:cNvSpPr>
            <p:nvPr/>
          </p:nvSpPr>
          <p:spPr bwMode="auto">
            <a:xfrm>
              <a:off x="4938" y="1526"/>
              <a:ext cx="799" cy="839"/>
            </a:xfrm>
            <a:prstGeom prst="rect">
              <a:avLst/>
            </a:prstGeom>
            <a:solidFill>
              <a:srgbClr val="B2BCB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9" name="Rectangle 34"/>
            <p:cNvSpPr>
              <a:spLocks noChangeArrowheads="1"/>
            </p:cNvSpPr>
            <p:nvPr/>
          </p:nvSpPr>
          <p:spPr bwMode="auto">
            <a:xfrm>
              <a:off x="0" y="1526"/>
              <a:ext cx="4934" cy="839"/>
            </a:xfrm>
            <a:prstGeom prst="rect">
              <a:avLst/>
            </a:prstGeom>
            <a:solidFill>
              <a:srgbClr val="F3F5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10" name="Rectangle 33"/>
            <p:cNvSpPr>
              <a:spLocks noChangeArrowheads="1"/>
            </p:cNvSpPr>
            <p:nvPr/>
          </p:nvSpPr>
          <p:spPr bwMode="auto">
            <a:xfrm>
              <a:off x="0" y="2366"/>
              <a:ext cx="3368" cy="7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11" name="Rectangle 30"/>
            <p:cNvSpPr>
              <a:spLocks noChangeArrowheads="1"/>
            </p:cNvSpPr>
            <p:nvPr/>
          </p:nvSpPr>
          <p:spPr bwMode="auto">
            <a:xfrm>
              <a:off x="0" y="3943"/>
              <a:ext cx="5737" cy="377"/>
            </a:xfrm>
            <a:prstGeom prst="rect">
              <a:avLst/>
            </a:prstGeom>
            <a:solidFill>
              <a:srgbClr val="E4E5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</p:grpSp>
      <p:pic>
        <p:nvPicPr>
          <p:cNvPr id="12" name="Grafik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25" y="268288"/>
            <a:ext cx="2698750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1814513"/>
            <a:ext cx="7199312" cy="11358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de-DE" noProof="0"/>
              <a:t>Click to edit Master title style</a:t>
            </a:r>
            <a:endParaRPr lang="de-DE" altLang="de-DE" noProof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8313" y="3002756"/>
            <a:ext cx="4679950" cy="1134666"/>
          </a:xfrm>
        </p:spPr>
        <p:txBody>
          <a:bodyPr/>
          <a:lstStyle>
            <a:lvl1pPr marL="180975" indent="1588">
              <a:buFontTx/>
              <a:buNone/>
              <a:defRPr sz="1800"/>
            </a:lvl1pPr>
          </a:lstStyle>
          <a:p>
            <a:pPr lvl="0"/>
            <a:r>
              <a:rPr lang="en-US" altLang="de-DE" noProof="0"/>
              <a:t>Click to edit Master subtitle style</a:t>
            </a:r>
            <a:endParaRPr lang="de-DE" altLang="de-DE" noProof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accent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090196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5025A9-E469-481E-AF1F-F856A88301D1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23369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D5536C-C349-46BB-A65F-52E740BF4270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390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8" y="1478757"/>
            <a:ext cx="4038600" cy="30372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86288" y="1478757"/>
            <a:ext cx="4038600" cy="30372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B0CC28-CCED-42EA-BCEF-680D6E9A4F6C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91483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8026EA-5367-4D9F-B06B-B52725ED20C1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76976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23C96C-9B13-4662-AFEE-44D5A8CBC1A5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09386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82D465-5E15-4C33-9D8D-E15B3287469D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2553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B792A-4923-4794-A991-9DE635D7C179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13484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CD0915-0267-4BFC-A3D2-1A1BDAAA0030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50927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263262-0CE2-4B55-9BAD-5FF51BFDBCFA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18445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15114" y="205978"/>
            <a:ext cx="2071687" cy="4310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95289" y="205978"/>
            <a:ext cx="6067425" cy="43100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4FD76B-969E-4218-AB53-3CC409F216C7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927572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479550"/>
            <a:ext cx="8229600" cy="303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940425" y="4676775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3850" y="4675188"/>
            <a:ext cx="2133600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fld id="{9B7D7D88-789E-4D0F-ADDC-5F205510EA4D}" type="slidenum">
              <a:rPr lang="de-DE" altLang="de-DE"/>
              <a:pPr/>
              <a:t>‹Nr.›</a:t>
            </a:fld>
            <a:endParaRPr lang="de-DE" altLang="de-DE" dirty="0"/>
          </a:p>
        </p:txBody>
      </p:sp>
      <p:grpSp>
        <p:nvGrpSpPr>
          <p:cNvPr id="1030" name="Group 21"/>
          <p:cNvGrpSpPr>
            <a:grpSpLocks/>
          </p:cNvGrpSpPr>
          <p:nvPr/>
        </p:nvGrpSpPr>
        <p:grpSpPr bwMode="auto">
          <a:xfrm>
            <a:off x="-3175" y="1828800"/>
            <a:ext cx="9144000" cy="3314700"/>
            <a:chOff x="-2" y="1536"/>
            <a:chExt cx="5760" cy="2784"/>
          </a:xfrm>
        </p:grpSpPr>
        <p:sp>
          <p:nvSpPr>
            <p:cNvPr id="1032" name="Rectangle 15"/>
            <p:cNvSpPr>
              <a:spLocks noChangeArrowheads="1"/>
            </p:cNvSpPr>
            <p:nvPr/>
          </p:nvSpPr>
          <p:spPr bwMode="auto">
            <a:xfrm>
              <a:off x="-2" y="1536"/>
              <a:ext cx="156" cy="817"/>
            </a:xfrm>
            <a:prstGeom prst="rect">
              <a:avLst/>
            </a:prstGeom>
            <a:solidFill>
              <a:srgbClr val="B2BCB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1033" name="Line 13"/>
            <p:cNvSpPr>
              <a:spLocks noChangeShapeType="1"/>
            </p:cNvSpPr>
            <p:nvPr/>
          </p:nvSpPr>
          <p:spPr bwMode="auto">
            <a:xfrm>
              <a:off x="-2" y="3953"/>
              <a:ext cx="5760" cy="0"/>
            </a:xfrm>
            <a:prstGeom prst="line">
              <a:avLst/>
            </a:prstGeom>
            <a:noFill/>
            <a:ln w="6350">
              <a:solidFill>
                <a:srgbClr val="E4E5E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1034" name="Rectangle 16"/>
            <p:cNvSpPr>
              <a:spLocks noChangeArrowheads="1"/>
            </p:cNvSpPr>
            <p:nvPr/>
          </p:nvSpPr>
          <p:spPr bwMode="auto">
            <a:xfrm>
              <a:off x="-2" y="3176"/>
              <a:ext cx="156" cy="779"/>
            </a:xfrm>
            <a:prstGeom prst="rect">
              <a:avLst/>
            </a:prstGeom>
            <a:solidFill>
              <a:srgbClr val="B2BCB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1035" name="Rectangle 17"/>
            <p:cNvSpPr>
              <a:spLocks noChangeArrowheads="1"/>
            </p:cNvSpPr>
            <p:nvPr/>
          </p:nvSpPr>
          <p:spPr bwMode="auto">
            <a:xfrm>
              <a:off x="-2" y="3952"/>
              <a:ext cx="156" cy="368"/>
            </a:xfrm>
            <a:prstGeom prst="rect">
              <a:avLst/>
            </a:prstGeom>
            <a:solidFill>
              <a:srgbClr val="E4E5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  <p:sp>
          <p:nvSpPr>
            <p:cNvPr id="1036" name="Rectangle 18"/>
            <p:cNvSpPr>
              <a:spLocks noChangeArrowheads="1"/>
            </p:cNvSpPr>
            <p:nvPr/>
          </p:nvSpPr>
          <p:spPr bwMode="auto">
            <a:xfrm>
              <a:off x="-2" y="2355"/>
              <a:ext cx="156" cy="820"/>
            </a:xfrm>
            <a:prstGeom prst="rect">
              <a:avLst/>
            </a:prstGeom>
            <a:solidFill>
              <a:srgbClr val="375F8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 dirty="0"/>
            </a:p>
          </p:txBody>
        </p:sp>
      </p:grpSp>
      <p:pic>
        <p:nvPicPr>
          <p:cNvPr id="1031" name="Grafik 1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4754563"/>
            <a:ext cx="100965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Arial" charset="0"/>
        </a:defRPr>
      </a:lvl9pPr>
    </p:titleStyle>
    <p:bodyStyle>
      <a:lvl1pPr marL="342900" indent="-16033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accent2"/>
          </a:solidFill>
          <a:latin typeface="+mn-lt"/>
          <a:ea typeface="+mn-ea"/>
          <a:cs typeface="+mn-cs"/>
        </a:defRPr>
      </a:lvl1pPr>
      <a:lvl2pPr marL="808038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</a:defRPr>
      </a:lvl2pPr>
      <a:lvl3pPr marL="1216025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accent2"/>
          </a:solidFill>
          <a:latin typeface="+mn-lt"/>
        </a:defRPr>
      </a:lvl3pPr>
      <a:lvl4pPr marL="1624013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accent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8A66D-0C4C-454B-B038-796C0551A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Characterisation horn antennas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A68DD7-021E-4205-9E88-B8A9CB02D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Data: 26.11.2025</a:t>
            </a:r>
          </a:p>
        </p:txBody>
      </p:sp>
    </p:spTree>
    <p:extLst>
      <p:ext uri="{BB962C8B-B14F-4D97-AF65-F5344CB8AC3E}">
        <p14:creationId xmlns:p14="http://schemas.microsoft.com/office/powerpoint/2010/main" val="1422963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E45663-26E8-7A8B-205D-2ED9BA2C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86FBD2-5D18-AA55-E69C-220B0823B5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5025A9-E469-481E-AF1F-F856A88301D1}" type="slidenum">
              <a:rPr lang="de-DE" altLang="de-DE" smtClean="0"/>
              <a:pPr/>
              <a:t>2</a:t>
            </a:fld>
            <a:endParaRPr lang="de-DE" altLang="de-DE" dirty="0"/>
          </a:p>
        </p:txBody>
      </p:sp>
      <p:pic>
        <p:nvPicPr>
          <p:cNvPr id="5" name="Inhaltsplatzhalter 5">
            <a:extLst>
              <a:ext uri="{FF2B5EF4-FFF2-40B4-BE49-F238E27FC236}">
                <a16:creationId xmlns:a16="http://schemas.microsoft.com/office/drawing/2014/main" id="{D9A86C70-9A01-2628-B7E6-9604ADAAC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8650"/>
            <a:ext cx="6411234" cy="4808426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F07A9AE-400A-4804-DD6F-353F1241ED31}"/>
              </a:ext>
            </a:extLst>
          </p:cNvPr>
          <p:cNvSpPr txBox="1"/>
          <p:nvPr/>
        </p:nvSpPr>
        <p:spPr>
          <a:xfrm>
            <a:off x="1521346" y="2931790"/>
            <a:ext cx="936104" cy="369332"/>
          </a:xfrm>
          <a:prstGeom prst="rect">
            <a:avLst/>
          </a:prstGeom>
          <a:solidFill>
            <a:schemeClr val="bg1"/>
          </a:solidFill>
          <a:ln w="762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Rotate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57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D1BDF7-BA1D-BE44-7B0E-A87F78728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A55C19-20E0-98BB-D75C-95BBD4AF0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Took</a:t>
            </a:r>
            <a:r>
              <a:rPr lang="de-DE" dirty="0"/>
              <a:t>  a </a:t>
            </a:r>
            <a:r>
              <a:rPr lang="de-DE" dirty="0" err="1"/>
              <a:t>measurement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0° </a:t>
            </a:r>
            <a:r>
              <a:rPr lang="de-DE" dirty="0" err="1"/>
              <a:t>to</a:t>
            </a:r>
            <a:r>
              <a:rPr lang="de-DE" dirty="0"/>
              <a:t> -50° in 0.5° </a:t>
            </a:r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2CE485-A134-4A17-1066-1AD7D95156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5025A9-E469-481E-AF1F-F856A88301D1}" type="slidenum">
              <a:rPr lang="de-DE" altLang="de-DE" smtClean="0"/>
              <a:pPr/>
              <a:t>3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55116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056D5-C428-C107-92E1-7D3DD0FBD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2F79D0DE-4FBE-B1DE-2DC3-AD6ECF44A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850" y="0"/>
            <a:ext cx="8064895" cy="5162059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CCC657-727B-C8AB-BF8F-85D63504ED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5025A9-E469-481E-AF1F-F856A88301D1}" type="slidenum">
              <a:rPr lang="de-DE" altLang="de-DE" smtClean="0"/>
              <a:pPr/>
              <a:t>4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23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9F077E-7285-7B6E-5B17-7F35FDF5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3ED0FD-6E3E-1E08-D030-D8F85BC0A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Next </a:t>
            </a:r>
            <a:r>
              <a:rPr lang="de-DE" dirty="0" err="1"/>
              <a:t>step</a:t>
            </a:r>
            <a:r>
              <a:rPr lang="de-DE" dirty="0"/>
              <a:t>: </a:t>
            </a:r>
          </a:p>
          <a:p>
            <a:pPr lvl="1"/>
            <a:r>
              <a:rPr lang="de-DE" dirty="0" err="1"/>
              <a:t>Automate</a:t>
            </a:r>
            <a:endParaRPr lang="de-DE" dirty="0"/>
          </a:p>
          <a:p>
            <a:pPr lvl="1"/>
            <a:r>
              <a:rPr lang="de-DE" dirty="0"/>
              <a:t>Print a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/>
              <a:t>lens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9619B6-C137-316D-B26D-814F23660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5025A9-E469-481E-AF1F-F856A88301D1}" type="slidenum">
              <a:rPr lang="de-DE" altLang="de-DE" smtClean="0"/>
              <a:pPr/>
              <a:t>5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96225322"/>
      </p:ext>
    </p:extLst>
  </p:cSld>
  <p:clrMapOvr>
    <a:masterClrMapping/>
  </p:clrMapOvr>
</p:sld>
</file>

<file path=ppt/theme/theme1.xml><?xml version="1.0" encoding="utf-8"?>
<a:theme xmlns:a="http://schemas.openxmlformats.org/drawingml/2006/main" name="FB13_Präsentationsvorlage_4-3-Format">
  <a:themeElements>
    <a:clrScheme name="00_uniohneleu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0_uniohneleu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uniohneleu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uniohneleu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uniohneleu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uniohneleu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uniohneleu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uniohneleu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uniohneleu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fb13_praesentationsvorlage_16-9-format</Template>
  <TotalTime>0</TotalTime>
  <Words>33</Words>
  <Application>Microsoft Macintosh PowerPoint</Application>
  <PresentationFormat>Bildschirmpräsentation (16:9)</PresentationFormat>
  <Paragraphs>11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Calibri</vt:lpstr>
      <vt:lpstr>FB13_Präsentationsvorlage_4-3-Format</vt:lpstr>
      <vt:lpstr>Characterisation horn antennas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Marina</dc:creator>
  <cp:lastModifiedBy>Hanna Lichtenfeld</cp:lastModifiedBy>
  <cp:revision>199</cp:revision>
  <dcterms:created xsi:type="dcterms:W3CDTF">2019-08-23T13:21:46Z</dcterms:created>
  <dcterms:modified xsi:type="dcterms:W3CDTF">2025-11-26T15:09:40Z</dcterms:modified>
</cp:coreProperties>
</file>